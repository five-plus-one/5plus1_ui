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阅读与创造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让内容成为主角，让每一次行动都有明确的方向。</a:t>
            </a:r>
          </a:p>
          <a:p/>
          <a:p>
            <a:r>
              <a:t>五加一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共同的设计语言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用留白组织信息，用清晰的文字连接想法。</a:t>
            </a:r>
          </a:p>
          <a:p/>
          <a:p>
            <a:r>
              <a:t>五加一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从想法到体验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从阅读到理解，从一个想法到完整的体验。</a:t>
            </a:r>
          </a:p>
          <a:p/>
          <a:p>
            <a:r>
              <a:t>五加一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